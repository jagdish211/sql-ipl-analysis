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8748" y="1737360"/>
            <a:ext cx="10594503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rPr lang="en-IN" sz="4400" b="1">
                <a:solidFill>
                  <a:srgbClr val="D4AF37"/>
                </a:solidFill>
              </a:rPr>
              <a:t>IPL SQL DATA ANALYSIS Project</a:t>
            </a:r>
            <a:br>
              <a:rPr lang="en-IN" sz="4400" b="1">
                <a:solidFill>
                  <a:srgbClr val="D4AF37"/>
                </a:solidFill>
              </a:rPr>
            </a:br>
            <a:r>
              <a:rPr lang="en-IN" sz="4400" b="1" i="1">
                <a:solidFill>
                  <a:srgbClr val="D4AF37"/>
                </a:solidFill>
              </a:rPr>
              <a:t>Turning Cricket Data into Actionable Insights</a:t>
            </a:r>
            <a:br>
              <a:rPr lang="en-IN" sz="4400" b="1">
                <a:solidFill>
                  <a:srgbClr val="D4AF37"/>
                </a:solidFill>
              </a:rPr>
            </a:br>
            <a:r>
              <a:rPr lang="en-IN" sz="4400" b="1">
                <a:solidFill>
                  <a:srgbClr val="D4AF37"/>
                </a:solidFill>
              </a:rPr>
              <a:t>MySQL | SQL | Data Analytics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MySQL • IPL Matches Dataset • Black &amp; Gold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Dataset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1325880"/>
            <a:ext cx="10424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>
                <a:solidFill>
                  <a:srgbClr val="F5F5F5"/>
                </a:solidFill>
              </a:rPr>
              <a:t> Select Database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>
                <a:solidFill>
                  <a:srgbClr val="F5F5F5"/>
                </a:solidFill>
              </a:rPr>
              <a:t> USE projects ;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>
                <a:solidFill>
                  <a:srgbClr val="F5F5F5"/>
                </a:solidFill>
              </a:rPr>
              <a:t> Create IPL Matches Table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>
                <a:solidFill>
                  <a:srgbClr val="F5F5F5"/>
                </a:solidFill>
              </a:rPr>
              <a:t> </a:t>
            </a:r>
            <a:r>
              <a:rPr lang="en-IN"/>
              <a:t>CREATE TABLE matches (id INT, season INT, city VARCHAR(50), date DATE, team1 VARCHAR(100), team2 VARCHAR(100), toss_winner VARCHAR(100), toss_decision VARCHAR(20), result VARCHAR(30), dl_applied INT, winner VARCHAR(100), win_by_runs INT, win_by_wickets INT, player_of_match VARCHAR(100), venue VARCHAR(150), umpire1 VARCHAR(100), umpire2 VARCHAR(100), umpire3 VARCHAR(100)); 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endParaRPr lang="en-IN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>
                <a:solidFill>
                  <a:srgbClr val="F5F5F5"/>
                </a:solidFill>
              </a:rPr>
              <a:t>Check Schema</a:t>
            </a:r>
            <a:endParaRPr lang="en-IN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/>
              <a:t>DESC matches;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Q01 — Display all records from the matches table.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Q01 / 55 • SELECT /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Q02 — Display only id, season, team1, and team2.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id, season, team1, team2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Q02 / 55 • SELECT / 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Q03 — Find all matches played in the 2017 season.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season = 2017;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Q03 / 55 • SELECT / WHERE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Q04 — Find all matches played in Mumbai.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city = 'mumbai';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Q04 / 55 • SELECT / 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Q05 — Find all unique cities where matches were played.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city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Q05 / 55 • SELECT / WHERE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Q06 — Find all unique teams that appeared as team1.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team1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Q06 / 55 • SELECT / 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Q07 — Find all unique player_of_match players.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player_of_match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Q07 / 55 • SELECT / 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Q08 — Find matches where toss_decision was 'bat'.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toss_decision = 'bat';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Q08 / 55 • SELECT / WHERE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Q09 — Find matches where toss_decision was 'field'.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toss_decision = 'field';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Q09 / 55 • SELECT / WHERE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Q10 — Find matches where result was 'normal'.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result = 'normal';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Q10 / 55 • SELECT / WHERE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Q11 — Find matches where win_by_runs is greater than 50.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win_by_runs &gt; 50;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Q11 / 55 • SELECT / WHERE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Q12 — Find matches where win_by_wickets is greater than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win_by_wickets &gt; 5;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Q12 / 55 • SELECT / WHERE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Q13 — Find matches won by Mumbai Indians.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winner = "Mumbai Indians";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Q13 / 55 • SELECT / WHERE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Q14 — Find matches played at Wankhede Stadium.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venue = "Wankhede Stadium";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Q14 / 55 • SELECT / WHERE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Q15 — Find matches where dl_applied = 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dl_applied =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SELECT /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Q15 / 55 • SELECT / WHERE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Q16 — Count the total number of matches.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COUNT(*)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Q16 / 55 • AGGREGATION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Q17 — Count the number of matches played in each season.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season,</a:t>
            </a:r>
            <a:br/>
            <a:r>
              <a:t>       COUNT(season) AS matches_count_by_season</a:t>
            </a:r>
            <a:br/>
            <a:r>
              <a:t>FROM matches</a:t>
            </a:r>
            <a:br/>
            <a:r>
              <a:t>GROUP BY season;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Q17 / 55 • AGGREGATION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Q18 — Find the number of matches played in each city.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city,</a:t>
            </a:r>
            <a:br/>
            <a:r>
              <a:t>       COUNT(city) AS matches_played_in_each_city</a:t>
            </a:r>
            <a:br/>
            <a:r>
              <a:t>FROM matches</a:t>
            </a:r>
            <a:br/>
            <a:r>
              <a:t>GROUP BY city</a:t>
            </a:r>
            <a:br/>
            <a:r>
              <a:t>ORDER BY matches_played_in_each_city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Q18 / 55 • AGGREGATION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Q19 — Find the number of matches won by each team.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winner,</a:t>
            </a:r>
            <a:br/>
            <a:r>
              <a:t>       COUNT(winner) AS matches_win_by_each_team</a:t>
            </a:r>
            <a:br/>
            <a:r>
              <a:t>FROM matches</a:t>
            </a:r>
            <a:br/>
            <a:r>
              <a:t>GROUP BY winner</a:t>
            </a:r>
            <a:br/>
            <a:r>
              <a:t>ORDER BY matches_win_by_each_team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Q19 / 55 • AGGREGATION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Q20 — Find the team with the highest number of wins.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winner, COUNT(*) AS total_wins</a:t>
            </a:r>
            <a:br/>
            <a:r>
              <a:t>FROM matches</a:t>
            </a:r>
            <a:br/>
            <a:r>
              <a:t>GROUP BY winner</a:t>
            </a:r>
            <a:br/>
            <a:r>
              <a:t>ORDER BY total_wins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Q20 / 55 • AGGREGATION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Q21 — Find the team with the lowest number of wins.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winner, COUNT(*) AS total_wins</a:t>
            </a:r>
            <a:br/>
            <a:r>
              <a:t>FROM matches</a:t>
            </a:r>
            <a:br/>
            <a:r>
              <a:t>GROUP BY winner</a:t>
            </a:r>
            <a:br/>
            <a:r>
              <a:t>ORDER BY total_wins ASC</a:t>
            </a:r>
            <a:br/>
            <a:r>
              <a:t>LIMIT 1</a:t>
            </a:r>
            <a:br/>
            <a:r>
              <a:t>OFFSET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Q21 / 55 • AGGREGATION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Q22 — Find the average win_by_runs.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AVG(win_by_runs) AS avrage_of_winning_runs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Q22 / 55 • AGGREGATION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Q23 — Find the maximum win_by_runs.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win_by_runs, winner</a:t>
            </a:r>
            <a:br/>
            <a:r>
              <a:t>FROM matches</a:t>
            </a:r>
            <a:br/>
            <a:r>
              <a:t>ORDER BY win_by_runs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Q23 / 55 • AGGREGATION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Q24 — Find the maximum win_by_wickets.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win_by_wickets, winner</a:t>
            </a:r>
            <a:br/>
            <a:r>
              <a:t>FROM matches</a:t>
            </a:r>
            <a:br/>
            <a:r>
              <a:t>ORDER BY win_by_wickets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Q24 / 55 • AGGREGATION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Q25 — Find the minimum win_by_wickets.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win_by_wickets, winner</a:t>
            </a:r>
            <a:br/>
            <a:r>
              <a:t>FROM matches</a:t>
            </a:r>
            <a:br/>
            <a:r>
              <a:t>ORDER BY win_by_wickets ASC</a:t>
            </a:r>
            <a:br/>
            <a:r>
              <a:t>LIMIT 1</a:t>
            </a:r>
            <a:br/>
            <a:r>
              <a:t>OFFSET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Q25 / 55 • AGGREGATION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Q26 — Find the number of matches won by each player_of_match.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player_of_match,</a:t>
            </a:r>
            <a:br/>
            <a:r>
              <a:t>       COUNT(player_of_match) AS matches_won_by_each_player_of_match</a:t>
            </a:r>
            <a:br/>
            <a:r>
              <a:t>FROM matches</a:t>
            </a:r>
            <a:br/>
            <a:r>
              <a:t>GROUP BY player_of_match</a:t>
            </a:r>
            <a:br/>
            <a:r>
              <a:t>ORDER BY matches_won_by_each_player_of_match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Q26 / 55 • ANALYTICS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Q27 — Find the top 10 Player of the Match award winners.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player_of_match,</a:t>
            </a:r>
            <a:br/>
            <a:r>
              <a:t>       COUNT(player_of_match) AS Number_of_maches</a:t>
            </a:r>
            <a:br/>
            <a:r>
              <a:t>FROM matches</a:t>
            </a:r>
            <a:br/>
            <a:r>
              <a:t>GROUP BY player_of_match</a:t>
            </a:r>
            <a:br/>
            <a:r>
              <a:t>ORDER BY Number_of_maches DESC</a:t>
            </a:r>
            <a:br/>
            <a:r>
              <a:t>LIMIT 10;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Q27 / 55 • ANALYTICS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Q28 — Find the number of matches played at each venue.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venue,</a:t>
            </a:r>
            <a:br/>
            <a:r>
              <a:t>       COUNT(venue) AS Number_of_maches1</a:t>
            </a:r>
            <a:br/>
            <a:r>
              <a:t>FROM matches</a:t>
            </a:r>
            <a:br/>
            <a:r>
              <a:t>GROUP BY venue</a:t>
            </a:r>
            <a:br/>
            <a:r>
              <a:t>ORDER BY Number_of_maches1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Q28 / 55 • ANALYTICS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Q29 — Find venues where more than 20 matches were played.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venue,</a:t>
            </a:r>
            <a:br/>
            <a:r>
              <a:t>       COUNT(venue) AS Number_of_maches</a:t>
            </a:r>
            <a:br/>
            <a:r>
              <a:t>FROM matches</a:t>
            </a:r>
            <a:br/>
            <a:r>
              <a:t>GROUP BY venue</a:t>
            </a:r>
            <a:br/>
            <a:r>
              <a:t>HAVING Number_of_maches &gt; 20</a:t>
            </a:r>
            <a:br/>
            <a:r>
              <a:t>ORDER BY Number_of_maches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Q29 / 55 • ANALYTICS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Q30 — Find the number of matches for each toss_decision.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toss_decision,</a:t>
            </a:r>
            <a:br/>
            <a:r>
              <a:t>       COUNT(toss_decision)</a:t>
            </a:r>
            <a:br/>
            <a:r>
              <a:t>FROM matches</a:t>
            </a:r>
            <a:br/>
            <a:r>
              <a:t>GROUP BY toss_decision;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Q30 / 55 • ANALYTICS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Q31 — Find the team that won the most matches after winning the toss.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toss_winner,</a:t>
            </a:r>
            <a:br/>
            <a:r>
              <a:t>       COUNT(*) AS wins_after_toss</a:t>
            </a:r>
            <a:br/>
            <a:r>
              <a:t>FROM matches</a:t>
            </a:r>
            <a:br/>
            <a:r>
              <a:t>WHERE toss_winner = winner</a:t>
            </a:r>
            <a:br/>
            <a:r>
              <a:t>GROUP BY toss_winner</a:t>
            </a:r>
            <a:br/>
            <a:r>
              <a:t>ORDER BY wins_after_toss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Q31 / 55 • ANALYTICS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Q32 — Find the number of times each team won the toss.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toss_winner,</a:t>
            </a:r>
            <a:br/>
            <a:r>
              <a:t>       COUNT(toss_winner) AS number_of_toss_win</a:t>
            </a:r>
            <a:br/>
            <a:r>
              <a:t>FROM matches</a:t>
            </a:r>
            <a:br/>
            <a:r>
              <a:t>GROUP BY toss_winner</a:t>
            </a:r>
            <a:br/>
            <a:r>
              <a:t>ORDER BY number_of_toss_win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Q32 / 55 • ANALYTICS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Q33 — Find the percentage of matches where the toss winner also won the match.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ROUND(</a:t>
            </a:r>
            <a:br/>
            <a:r>
              <a:t>    SUM(CASE WHEN toss_winner = winner THEN 1 ELSE 0 END)</a:t>
            </a:r>
            <a:br/>
            <a:r>
              <a:t>    * 100.0 / COUNT(*),</a:t>
            </a:r>
            <a:br/>
            <a:r>
              <a:t>    2</a:t>
            </a:r>
            <a:br/>
            <a:r>
              <a:t>) AS toss_winner_win_percentage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Q33 / 55 • ANALYTICS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Q34 — Find the highest-scoring-margin match (win_by_runs) and display its teams and winner.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team1, team2, winner, win_by_runs</a:t>
            </a:r>
            <a:br/>
            <a:r>
              <a:t>FROM matches</a:t>
            </a:r>
            <a:br/>
            <a:r>
              <a:t>ORDER BY win_by_runs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Q34 / 55 • ANALYTICS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Q35 — Find the season with the highest number of matches.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season,</a:t>
            </a:r>
            <a:br/>
            <a:r>
              <a:t>       COUNT(*) AS number_of_maches_in_single_season</a:t>
            </a:r>
            <a:br/>
            <a:r>
              <a:t>FROM matches</a:t>
            </a:r>
            <a:br/>
            <a:r>
              <a:t>GROUP BY season</a:t>
            </a:r>
            <a:br/>
            <a:r>
              <a:t>ORDER BY number_of_maches_in_single_season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Q35 / 55 • ANALYTICS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Q36 — Find the Player of the Match who received the award most frequently.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player_of_match,</a:t>
            </a:r>
            <a:br/>
            <a:r>
              <a:t>       COUNT(player_of_match) AS award_count</a:t>
            </a:r>
            <a:br/>
            <a:r>
              <a:t>FROM matches</a:t>
            </a:r>
            <a:br/>
            <a:r>
              <a:t>GROUP BY player_of_match</a:t>
            </a:r>
            <a:br/>
            <a:r>
              <a:t>ORDER BY award_count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Q36 / 55 • ANALYTICS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Q37 — Find the most common toss winner across all IPL matches.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toss_winner,</a:t>
            </a:r>
            <a:br/>
            <a:r>
              <a:t>       COUNT(toss_winner) AS number_of_toss_win</a:t>
            </a:r>
            <a:br/>
            <a:r>
              <a:t>FROM matches</a:t>
            </a:r>
            <a:br/>
            <a:r>
              <a:t>GROUP BY toss_winner</a:t>
            </a:r>
            <a:br/>
            <a:r>
              <a:t>ORDER BY number_of_toss_win DESC</a:t>
            </a:r>
            <a:br/>
            <a:r>
              <a:t>LIMIT 1;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Q37 / 55 • ANALYTICS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Q38 — Find players of the match whose names start with 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player_of_match LIKE 's%';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Q38 / 55 • TEXT / DATE / NULL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Q39 — Find players of the match whose names end with Singh.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player_of_match LIKE '%singh';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Q39 / 55 • TEXT / DATE / NULL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Q40 — Find venues containing the word Stadium.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venue LIKE '%Stadium';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Q40 / 55 • TEXT / DATE / NULL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Q41 — Find teams containing the word Royal.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team</a:t>
            </a:r>
            <a:br/>
            <a:r>
              <a:t>FROM (</a:t>
            </a:r>
            <a:br/>
            <a:r>
              <a:t>    SELECT team1 AS team</a:t>
            </a:r>
            <a:br/>
            <a:r>
              <a:t>    FROM matches</a:t>
            </a:r>
            <a:br/>
            <a:br/>
            <a:r>
              <a:t>    UNION</a:t>
            </a:r>
            <a:br/>
            <a:br/>
            <a:r>
              <a:t>    SELECT team2 AS team</a:t>
            </a:r>
            <a:br/>
            <a:r>
              <a:t>    FROM matches</a:t>
            </a:r>
            <a:br/>
            <a:r>
              <a:t>) AS teams</a:t>
            </a:r>
            <a:br/>
            <a:r>
              <a:t>WHERE team LIKE '%Royal%';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Q41 / 55 • TEXT / DATE / NULL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Q42 — Practice UNION: list unique teams from team1 and team2 containing the word Royal.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team</a:t>
            </a:r>
            <a:br/>
            <a:r>
              <a:t>FROM (</a:t>
            </a:r>
            <a:br/>
            <a:r>
              <a:t>    SELECT team1 AS team FROM matches</a:t>
            </a:r>
            <a:br/>
            <a:r>
              <a:t>    UNION</a:t>
            </a:r>
            <a:br/>
            <a:r>
              <a:t>    SELECT team2 AS team FROM matches</a:t>
            </a:r>
            <a:br/>
            <a:r>
              <a:t>) AS teams</a:t>
            </a:r>
            <a:br/>
            <a:r>
              <a:t>WHERE team LIKE '%Royal%';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Q42 / 55 • TEXT / DATE / NULL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Q43 — Find cities whose names contain the letter 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DISTINCT city</a:t>
            </a:r>
            <a:br/>
            <a:r>
              <a:t>FROM matches</a:t>
            </a:r>
            <a:br/>
            <a:r>
              <a:t>WHERE city LIKE '%a%';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Q43 / 55 • TEXT / DATE / NULL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Q44 — Find matches where player_of_match is NULL.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player_of_match IS NULL;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Q44 / 55 • TEXT / DATE / NULL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Q45 — Count how many matches have no umpire3.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COUNT(*) AS no_umpire3</a:t>
            </a:r>
            <a:br/>
            <a:r>
              <a:t>FROM matches</a:t>
            </a:r>
            <a:br/>
            <a:r>
              <a:t>WHERE umpire3 IS NULL;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Q45 / 55 • TEXT / DATE / NULL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Q46 — Find matches played after 2018-01-01.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date &gt; '2018-01-01';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Q46 / 55 • TEXT / DATE / NULL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Q47 — Find the latest match date.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MAX(date) AS latest_match_date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Q47 / 55 • TEXT / DATE / NULL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Q48 — Find the number of matches played in each month.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MONTH(date) AS month,</a:t>
            </a:r>
            <a:br/>
            <a:r>
              <a:t>       COUNT(*) AS total_matches</a:t>
            </a:r>
            <a:br/>
            <a:r>
              <a:t>FROM matches</a:t>
            </a:r>
            <a:br/>
            <a:r>
              <a:t>GROUP BY MONTH(date)</a:t>
            </a:r>
            <a:br/>
            <a:r>
              <a:t>ORDER BY month;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Q48 / 55 • TEXT / DATE / NULL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Q49 — Find matches where win_by_wickets is greater than the average winning wickets.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</a:t>
            </a:r>
            <a:br/>
            <a:r>
              <a:t>FROM matches</a:t>
            </a:r>
            <a:br/>
            <a:r>
              <a:t>WHERE win_by_wickets &gt; (</a:t>
            </a:r>
            <a:br/>
            <a:r>
              <a:t>    SELECT AVG(win_by_wickets)</a:t>
            </a:r>
            <a:br/>
            <a:r>
              <a:t>    FROM matches</a:t>
            </a:r>
            <a:br/>
            <a:r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TEXT / DATE /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Q49 / 55 • TEXT / DATE / NULL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Q50 — Create a column showing 'Batting First' when toss_decision = 'bat', otherwise 'Fielding First'.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toss_decision,</a:t>
            </a:r>
            <a:br/>
            <a:r>
              <a:t>       CASE</a:t>
            </a:r>
            <a:br/>
            <a:r>
              <a:t>           WHEN toss_decision = 'bat' THEN 'Batting First'</a:t>
            </a:r>
            <a:br/>
            <a:r>
              <a:t>           ELSE 'Fielding First'</a:t>
            </a:r>
            <a:br/>
            <a:r>
              <a:t>       END AS batting_or_fielding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Q50 / 55 • CASE EXPRESSION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Q51 — Create a column classifying matches as 'High Margin' when win_by_runs &gt; 50, otherwise 'Low Margin'.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*,</a:t>
            </a:r>
            <a:br/>
            <a:r>
              <a:t>       CASE</a:t>
            </a:r>
            <a:br/>
            <a:r>
              <a:t>           WHEN win_by_runs &gt; 50 THEN 'High Margin'</a:t>
            </a:r>
            <a:br/>
            <a:r>
              <a:t>           ELSE 'Low Margin'</a:t>
            </a:r>
            <a:br/>
            <a:r>
              <a:t>       END AS match_margin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Q51 / 55 • CASE EXPRESSION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Q52 — Categorize winning runs into Low, Medium, and High.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*,</a:t>
            </a:r>
            <a:br/>
            <a:r>
              <a:t>       CASE</a:t>
            </a:r>
            <a:br/>
            <a:r>
              <a:t>           WHEN win_by_runs &lt; 50 THEN 'Low'</a:t>
            </a:r>
            <a:br/>
            <a:r>
              <a:t>           WHEN win_by_runs BETWEEN 50 AND 100 THEN 'Medium'</a:t>
            </a:r>
            <a:br/>
            <a:r>
              <a:t>           ELSE 'High'</a:t>
            </a:r>
            <a:br/>
            <a:r>
              <a:t>       END AS winning_runs_category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Q52 / 55 • CASE EXPRESSION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Q53 — Create a column showing 'DLS Match' or 'Normal Match'.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*,</a:t>
            </a:r>
            <a:br/>
            <a:r>
              <a:t>       CASE</a:t>
            </a:r>
            <a:br/>
            <a:r>
              <a:t>           WHEN dl_applied = 1 THEN 'DLS Match'</a:t>
            </a:r>
            <a:br/>
            <a:r>
              <a:t>           ELSE 'Normal Match'</a:t>
            </a:r>
            <a:br/>
            <a:r>
              <a:t>       END AS match_type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Q53 / 55 • CASE EXPRESSION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Q54 — Show 'Won by Runs' when win_by_runs &gt; 0, otherwise 'Won by Wickets'.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 *,</a:t>
            </a:r>
            <a:br/>
            <a:r>
              <a:t>       CASE</a:t>
            </a:r>
            <a:br/>
            <a:r>
              <a:t>           WHEN win_by_runs &gt; 0 THEN 'Won by Runs'</a:t>
            </a:r>
            <a:br/>
            <a:r>
              <a:t>           ELSE 'Won by Wickets'</a:t>
            </a:r>
            <a:br/>
            <a:r>
              <a:t>       END AS win_type</a:t>
            </a:r>
            <a:br/>
            <a:r>
              <a:t>FROM matches;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Q54 / 55 • CASE EXPRESSION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Q55 — Find the number of matches won by runs vs wickets.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SQL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Consolas"/>
              </a:defRPr>
            </a:pPr>
            <a:r>
              <a:t>SELECT</a:t>
            </a:r>
            <a:br/>
            <a:r>
              <a:t>       CASE</a:t>
            </a:r>
            <a:br/>
            <a:r>
              <a:t>           WHEN win_by_runs &gt; 0 THEN 'Won by Runs'</a:t>
            </a:r>
            <a:br/>
            <a:r>
              <a:t>           ELSE 'Won by Wickets'</a:t>
            </a:r>
            <a:br/>
            <a:r>
              <a:t>       END AS win_type,</a:t>
            </a:r>
            <a:br/>
            <a:r>
              <a:t>       COUNT(*) AS total_matches</a:t>
            </a:r>
            <a:br/>
            <a:r>
              <a:t>FROM matches</a:t>
            </a:r>
            <a:br/>
            <a:r>
              <a:t>GROUP BY win_type;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15000"/>
            <a:ext cx="2057400" cy="438912"/>
          </a:xfrm>
          <a:prstGeom prst="roundRect">
            <a:avLst/>
          </a:prstGeom>
          <a:solidFill>
            <a:srgbClr val="12121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CASE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Q55 / 55 • CASE EXPRESSION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Important Corrections in the Original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Q20 was blank → completed with GROUP BY + ORDER BY DESC + LIMIT 1.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Q43 was blank → completed with DISTINCT city and LIKE '%a%'.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Q44 originally used IS NOT NULL, but the question asks for NULL → corrected to IS NULL.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Q52 was ambiguous → corrected into clear Low / Medium / High ranges using BETWEEN.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Q53 is clearer as dl_applied = 1 → 'DLS Match', else 'Normal Match'.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SQL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SELECT → choose columns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WHERE → filter rows before grouping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DISTINCT → remove duplicate values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GROUP BY → create groups for aggregate analysis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HAVING → filter grouped results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ORDER BY → sort results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LIMIT → return top/bottom N rows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CASE → create business logic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Aggregate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COUNT(*) → number of rows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COUNT(column) → non-NULL values in a column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AVG(column) → average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MAX(column) → highest value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MIN(column) → lowest value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SUM(expression) →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WHERE vs HAVING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WHERE filters individual rows before GROUP BY.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HAVING filters groups after GROUP BY.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Example: WHERE season = 2017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Example: HAVING COUNT(*) &gt; 20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Rule of thumb: row filter → WHERE; aggregate/group filter → HAVING.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NULL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NULL means missing/unknown, not zero.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Use IS NULL to find missing values.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Use IS NOT NULL to find available values.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COUNT(column) ignores NULL values.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COUNT(*) counts rows regardless of NULL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Top-N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To find the highest team by wins: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GROUP BY winner → COUNT(*) → ORDER BY count DESC → LIMIT 1.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To find the top 10 players, change LIMIT to 10.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To find the lowest, sort ASC.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Toss-Winner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Compare toss_winner with winner.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CASE can turn a condition into 1/0.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SUM(CASE WHEN toss_winner = winner THEN 1 ELSE 0 END) counts successful toss-to-match wins.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Divide by COUNT(*) and multiply by 100 for a percentage.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Interview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1. Which team has the best toss-to-win conversion?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2. Which venue hosted the most matches?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3. Which season had the highest average winning margin?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4. Which players received 5+ Player of the Match awards?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5. What percentage of matches were won by wickets?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Portfolio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Build an IPL SQL Analysis project using this matches table.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Create KPI cards: total matches, seasons, venues, teams, toss-win percentage.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Create reports for team wins, venue activity, toss decisions and win margins.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Use SQL queries as the data layer and a BI dashboard for visualization.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Add your GitHub/LinkedIn project description with 5–10 key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Final Practice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write SELECT + WHERE without help?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use GROUP BY with COUNT?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explain WHERE vs HAVING?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rank results with ORDER BY + LIMIT?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handle NULL correctly?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use CASE for categories?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✓ Can you write a subquery using AVG?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MySQL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KEEP PRACTICING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9"/>
                </a:solidFill>
              </a:defRPr>
            </a:pPr>
            <a:r>
              <a:t>Write → Execute in MySQL Workbench → Check → Explain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55 questions completed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Foundation → Aggregation → Analysis → Text/Date → CASE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Next step: turn these queries into an IPL SQL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B4B9"/>
                </a:solidFill>
              </a:defRPr>
            </a:pPr>
            <a:r>
              <a:t>IPL SQL Practice • Complete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3547</Words>
  <Application>Microsoft Office PowerPoint</Application>
  <PresentationFormat>Widescreen</PresentationFormat>
  <Paragraphs>366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Jagdish Suryawanshi</cp:lastModifiedBy>
  <cp:revision>2</cp:revision>
  <dcterms:created xsi:type="dcterms:W3CDTF">2013-01-27T09:14:16Z</dcterms:created>
  <dcterms:modified xsi:type="dcterms:W3CDTF">2026-09-08T15:39:41Z</dcterms:modified>
  <cp:category/>
</cp:coreProperties>
</file>